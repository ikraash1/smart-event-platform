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5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6602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Introduce the project name and the core stack. Mention this is a university SE project. Total presentation: ~15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fragmented tool problem organizers face. Transition: EventSphere solves all 5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6 core capabilities. Emphasize that everything runs locally with no paid APIs.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layer. Highlight that React + Node + MongoDB = MERN stack. bcryptjs and HMAC-SHA256 for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three-tier MVC architecture. Frontend never touches DB directly — always through the REST API.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each collection. Key point: tickets are HMAC-signed at generation. Attendances table is the audit log for check-ins.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Security is a key differentiator. The HMAC ticket signing means a ticket code can be validated without a DB query — very fast and forgery-resistant.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7-step lifecycle. Key point: HMAC verification is done in memory BEFORE any DB lookup — fast and forgery-resistant.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genuine personalization algorithm — not just random sorting. Sub-scores are returned to the client so users can see WHY an event was recommended.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Roles enforced at TWO layers: React ProtectedRoute (UX) and Express authorize() middleware (security). Client-side check is only for UX — the server always validates.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Quickly walk through each screen. Emphasize the Scan page as a unique live demo opportunity.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Analytics are computed via MongoDB aggregation pipelines — no in-memory reduction. The engagement score is the AI-driven user ranking feature.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repo structure. Mention that docs/ contains SRS, UML, API docs, design doc, test cases, user manual, and installation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59 manual test cases documented in docs/TEST_CASES.md. No automated test framework — manual structured testing is appropriate for this project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slide. Summarize what was delivered. Mention the GitHub repo is ready to clone and run with just Node.js + MongoDB. Thank the audience and open for Q&amp;A.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the live demo. Show: 1) Login as organizer → create event. 2) Login as attendee → book → see QR ticket. 3) Go to Scan page → scan the QR. 4) Show organizer dashboard charts.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4572000" cy="4572000"/>
          </a:xfrm>
          <a:prstGeom prst="ellipse">
            <a:avLst/>
          </a:prstGeom>
          <a:solidFill>
            <a:srgbClr val="4F46E5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F9731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023360" y="41148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>
                <a:solidFill>
                  <a:srgbClr val="000000"/>
                </a:solidFill>
              </a:rPr>
              <a:t>🎫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EventSphere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Event Management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18CF8"/>
                </a:solidFill>
              </a:rPr>
              <a:t>React · Node.js · Express · MongoDB · JWT · QR Code · AI Recommendations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7280"/>
                </a:solidFill>
              </a:rPr>
              <a:t>University Software Engineering Project  |  July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0F12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222"/>
                </a:solidFill>
              </a:rPr>
              <a:t>🎫 Ticket Fraud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PDF tickets can be screenshot and used by multiple people.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0" y="11887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222"/>
                </a:solidFill>
              </a:rPr>
              <a:t>🐌 Slow Check-in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Manual name-checking creates long queues at the entrance.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2801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222"/>
                </a:solidFill>
              </a:rPr>
              <a:t>📊 No Analytics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126480" y="164592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Organizers have no live visibility into bookings or revenue.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65176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222"/>
                </a:solidFill>
              </a:rPr>
              <a:t>🔀 Fragmented Tools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Spreadsheets + forms + email + guest lists — all disconnected.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0" y="2651760"/>
            <a:ext cx="2651760" cy="1280160"/>
          </a:xfrm>
          <a:prstGeom prst="roundRect">
            <a:avLst>
              <a:gd name="adj" fmla="val 714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74320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222"/>
                </a:solidFill>
              </a:rPr>
              <a:t>🎯 No Personalization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91840" y="310896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Attendees can't discover events that match their interests.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Solution: EventSphere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5B4FC"/>
                </a:solidFill>
              </a:rPr>
              <a:t>One platform. Full event lifecycle. No third-party services.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274320" y="14630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3730A3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📅 Event Creation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65760" y="19019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D2FE"/>
                </a:solidFill>
              </a:rPr>
              <a:t>Rich metadata, categories, pricing, and capacity management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200400" y="14630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3730A3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🎫 QR Ticketing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19019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D2FE"/>
                </a:solidFill>
              </a:rPr>
              <a:t>Cryptographically signed tickets generated instantly on booking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126480" y="146304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3730A3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554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📷 Entry Scanning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190195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D2FE"/>
                </a:solidFill>
              </a:rPr>
              <a:t>Camera-based QR scanning with real-time valid/invalid verdict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4320" y="288036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3730A3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Live Analytics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33192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D2FE"/>
                </a:solidFill>
              </a:rPr>
              <a:t>Booking trends, revenue, category breakdowns, popular events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288036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3730A3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🤖 AI Recommendations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291840" y="33192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D2FE"/>
                </a:solidFill>
              </a:rPr>
              <a:t>Personalized event suggestions based on interests &amp; history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126480" y="2880360"/>
            <a:ext cx="2743200" cy="1188720"/>
          </a:xfrm>
          <a:prstGeom prst="roundRect">
            <a:avLst>
              <a:gd name="adj" fmla="val 9231"/>
            </a:avLst>
          </a:prstGeom>
          <a:solidFill>
            <a:srgbClr val="3730A3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29718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Enterprise Security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17920" y="3319272"/>
            <a:ext cx="25603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C7D2FE"/>
                </a:solidFill>
              </a:rPr>
              <a:t>JWT auth, bcrypt, HMAC signatures, rate limiting, Helmet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0F122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6366F1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120700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Frontend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1554480" y="1143000"/>
            <a:ext cx="72237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45920" y="125272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React 18  ·  Tailwind CSS  ·  Vite  ·  React Router  ·  Recharts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4320" y="192024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0891B2"/>
          </a:solidFill>
          <a:ln/>
        </p:spPr>
      </p:sp>
      <p:sp>
        <p:nvSpPr>
          <p:cNvPr id="9" name="Text 7"/>
          <p:cNvSpPr/>
          <p:nvPr/>
        </p:nvSpPr>
        <p:spPr>
          <a:xfrm>
            <a:off x="274320" y="198424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Backend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554480" y="1920240"/>
            <a:ext cx="72237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45920" y="202996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Node.js  ·  Express.js  ·  express-validator  ·  Morgan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69748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76148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Database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554480" y="2697480"/>
            <a:ext cx="72237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645920" y="280720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MongoDB  ·  Mongoose ODM  ·  Aggregation Pipelines  ·  Indexes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47472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E11D48"/>
          </a:solidFill>
          <a:ln/>
        </p:spPr>
      </p:sp>
      <p:sp>
        <p:nvSpPr>
          <p:cNvPr id="17" name="Text 15"/>
          <p:cNvSpPr/>
          <p:nvPr/>
        </p:nvSpPr>
        <p:spPr>
          <a:xfrm>
            <a:off x="274320" y="353872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Auth / Security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554480" y="3474720"/>
            <a:ext cx="72237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645920" y="358444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JWT  ·  bcryptjs  ·  Helmet  ·  CORS  ·  express-rate-limit  ·  mongo-sanitize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274320" y="4251960"/>
            <a:ext cx="1188720" cy="548640"/>
          </a:xfrm>
          <a:prstGeom prst="roundRect">
            <a:avLst>
              <a:gd name="adj" fmla="val 13333"/>
            </a:avLst>
          </a:prstGeom>
          <a:solidFill>
            <a:srgbClr val="F97316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315968"/>
            <a:ext cx="1188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QR &amp; Files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1554480" y="4251960"/>
            <a:ext cx="7223760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45920" y="4361688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qrcode (generation)  ·  html5-qrcode (camera scanning)  ·  uuid  ·  HMAC-SHA256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97280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1097280"/>
            <a:ext cx="2834640" cy="475488"/>
          </a:xfrm>
          <a:prstGeom prst="roundRect">
            <a:avLst>
              <a:gd name="adj" fmla="val 19231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43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PRESENTATION LAYER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React 18 SPA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Tailwind CSS 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React Router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1148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Recharts Charts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1148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html5-qrcode Scanner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46120" y="1097280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1097280"/>
            <a:ext cx="2834640" cy="475488"/>
          </a:xfrm>
          <a:prstGeom prst="roundRect">
            <a:avLst>
              <a:gd name="adj" fmla="val 19231"/>
            </a:avLst>
          </a:prstGeom>
          <a:solidFill>
            <a:srgbClr val="0891B2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1143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APPLICATION LAYER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Express.js API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8328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JWT Middleware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Role Auth Middleware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Validation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Rate Limiter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834640" cy="365760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17920" y="1097280"/>
            <a:ext cx="2834640" cy="475488"/>
          </a:xfrm>
          <a:prstGeom prst="roundRect">
            <a:avLst>
              <a:gd name="adj" fmla="val 19231"/>
            </a:avLst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6263640" y="114300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DATA 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355080" y="169164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MongoDB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355080" y="2194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6 Collections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355080" y="26974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Mongoose ODM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55080" y="320040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Aggregations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55080" y="370332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</a:rPr>
              <a:t>• HMAC-Signed Tickets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108960" y="2926080"/>
            <a:ext cx="13716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080760" y="2926080"/>
            <a:ext cx="13716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7180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46E5"/>
                </a:solidFill>
              </a:rPr>
              <a:t>REST API →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943600" y="26974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4F46E5"/>
                </a:solidFill>
              </a:rPr>
              <a:t>Mongoose →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0F12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 — 6 MongoDB Collections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97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366F1"/>
                </a:solidFill>
              </a:rPr>
              <a:t>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554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_id · name · email · password (bcrypt) · role · interests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663440" y="109728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1887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</a:rPr>
              <a:t>events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00600" y="155448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_id · title · category · organizer · startDate · capacity · seatsBooked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28600" y="2395728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9669"/>
                </a:solidFill>
              </a:rPr>
              <a:t>bookings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5760" y="2852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_id · user · event · quantity · totalAmount · status · bookingReference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2395728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48716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97316"/>
                </a:solidFill>
              </a:rPr>
              <a:t>tickets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00600" y="285292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_id · booking · event · user · ticketCode (HMAC-signed) · qrCodeImage · status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28600" y="3694176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11D48"/>
                </a:solidFill>
              </a:rPr>
              <a:t>attendances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65760" y="41513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_id · event · ticket · user · verifiedBy · checkedInAt · method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63440" y="3694176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78561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</a:rPr>
              <a:t>analytics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00600" y="415137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</a:rPr>
              <a:t>_id · event · date · bookingsCount · ticketsSold · revenue · attendanceCount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657600" cy="3657600"/>
          </a:xfrm>
          <a:prstGeom prst="ellipse">
            <a:avLst/>
          </a:prstGeom>
          <a:solidFill>
            <a:srgbClr val="E11D48">
              <a:alpha val="18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5B4FC"/>
                </a:solidFill>
              </a:rPr>
              <a:t>6 layers of protection from request to response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13258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</a:rPr>
              <a:t>🔑  Password Hashing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17647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bcrypt (cost 10) — plaintext passwords never stored or logged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532888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24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</a:rPr>
              <a:t>🎟️  JWT Authentication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11480" y="29718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Stateless 7-day tokens; role re-checked from DB on every request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3739896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831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</a:rPr>
              <a:t>📝  HMAC-Signed Tickets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1480" y="41788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ticketCode = UUID + HMAC-SHA256(UUID, JWT_SECRET).slice(0,16)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846320" y="1325880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83480" y="141732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</a:rPr>
              <a:t>🛡️  Security Headers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83480" y="17647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Helmet middleware: CSP, X-Frame-Options, HSTS, and more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532888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262432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</a:rPr>
              <a:t>⏱️  Rate Limiting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9718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20 req/15 min on auth endpoints; 300 req/15 min globally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46320" y="3739896"/>
            <a:ext cx="4114800" cy="1005840"/>
          </a:xfrm>
          <a:prstGeom prst="roundRect">
            <a:avLst>
              <a:gd name="adj" fmla="val 9091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83480" y="3831336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7D2FE"/>
                </a:solidFill>
              </a:rPr>
              <a:t>🧹  Input Sanitization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417880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express-mongo-sanitize strips $-operators; express-validator on all mutations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F9731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 Ticket Lifecycle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" y="11887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716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📅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222"/>
                </a:solidFill>
              </a:rPr>
              <a:t>Book Event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9144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Attendee books 1+ seats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234440" y="1737360"/>
            <a:ext cx="15544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1389888" y="11887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89888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🔐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44168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222"/>
                </a:solidFill>
              </a:rPr>
              <a:t>Generate Code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344168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ticketCode = UUID + HMAC signature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2487168" y="1737360"/>
            <a:ext cx="15544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2642616" y="11887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642616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📱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2596896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222"/>
                </a:solidFill>
              </a:rPr>
              <a:t>QR Image Created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596896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PNG base64 stored in DB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739896" y="1737360"/>
            <a:ext cx="15544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3895344" y="11887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95344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👀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3849624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222"/>
                </a:solidFill>
              </a:rPr>
              <a:t>Attendee Views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849624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QR shown on-screen &amp; in My Tickets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992624" y="1737360"/>
            <a:ext cx="15544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148072" y="11887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48072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📷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5102352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222"/>
                </a:solidFill>
              </a:rPr>
              <a:t>Staff Scans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102352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html5-qrcode reads the camera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6245352" y="1737360"/>
            <a:ext cx="15544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400800" y="11887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EEF2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0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✅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355080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222"/>
                </a:solidFill>
              </a:rPr>
              <a:t>Verified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55080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HMAC check → DB lookup → mark 'used'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7498080" y="1737360"/>
            <a:ext cx="155448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7653528" y="118872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F7ED"/>
          </a:solidFill>
          <a:ln w="19050">
            <a:solidFill>
              <a:srgbClr val="F9731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653528" y="1234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📝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7607808" y="169164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F1222"/>
                </a:solidFill>
              </a:rPr>
              <a:t>Attendance Log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607808" y="2011680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B7280"/>
                </a:solidFill>
              </a:rPr>
              <a:t>Attendance record persisted forever</a:t>
            </a:r>
            <a:endParaRPr lang="en-US" sz="750" dirty="0"/>
          </a:p>
        </p:txBody>
      </p:sp>
      <p:sp>
        <p:nvSpPr>
          <p:cNvPr id="38" name="Text 36"/>
          <p:cNvSpPr/>
          <p:nvPr/>
        </p:nvSpPr>
        <p:spPr>
          <a:xfrm>
            <a:off x="457200" y="2514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222"/>
                </a:solidFill>
              </a:rPr>
              <a:t>HMAC Signature Scheme: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28346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F0F9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292608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369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ticketCode  =  uuid_v4  +  '.'  +  HMAC_SHA256( uuid_v4,  JWT_SECRET ).slice( 0, 16 )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657600" cy="3657600"/>
          </a:xfrm>
          <a:prstGeom prst="ellipse">
            <a:avLst/>
          </a:prstGeom>
          <a:solidFill>
            <a:srgbClr val="7C3AED">
              <a:alpha val="2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🤖 AI Recommendation Engine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</a:rPr>
              <a:t>Locally computed · No paid API · Fully explainable · Shows match % to users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3441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35%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280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Interest Match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325880" y="15727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B4FC"/>
                </a:solidFill>
              </a:rPr>
              <a:t>User interests ∩ event category + tags, normalized to [0,1]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14884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0891B2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22585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30%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325880" y="21945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History Match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4871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B4FC"/>
                </a:solidFill>
              </a:rPr>
              <a:t>How often user has booked this event's category before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306324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059669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1729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25%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25880" y="31089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Popularity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25880" y="34015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B4FC"/>
                </a:solidFill>
              </a:rPr>
              <a:t>0.7 × seats_booked_norm + 0.3 × view_count_norm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3977640"/>
            <a:ext cx="914400" cy="640080"/>
          </a:xfrm>
          <a:prstGeom prst="roundRect">
            <a:avLst>
              <a:gd name="adj" fmla="val 14286"/>
            </a:avLst>
          </a:prstGeom>
          <a:solidFill>
            <a:srgbClr val="F97316"/>
          </a:solidFill>
          <a:ln/>
        </p:spPr>
      </p:sp>
      <p:sp>
        <p:nvSpPr>
          <p:cNvPr id="18" name="Text 16"/>
          <p:cNvSpPr/>
          <p:nvPr/>
        </p:nvSpPr>
        <p:spPr>
          <a:xfrm>
            <a:off x="274320" y="40873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10%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25880" y="40233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Recency / Fit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431596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5B4FC"/>
                </a:solidFill>
              </a:rPr>
              <a:t>1.0 if ≤7 days, 0.6 if ≤30 days, 0.3 otherwise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846320" y="1188720"/>
            <a:ext cx="3931920" cy="3566160"/>
          </a:xfrm>
          <a:prstGeom prst="roundRect">
            <a:avLst>
              <a:gd name="adj" fmla="val 3077"/>
            </a:avLst>
          </a:prstGeom>
          <a:solidFill>
            <a:srgbClr val="1E293B"/>
          </a:solidFill>
          <a:ln w="12700">
            <a:solidFill>
              <a:srgbClr val="3730A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13258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7D2FE"/>
                </a:solidFill>
              </a:rPr>
              <a:t>Final Score Formula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1783080"/>
            <a:ext cx="35661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E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 =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E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0.35 × interest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E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+ 0.30 × history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E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+ 0.25 × popularity</a:t>
            </a:r>
            <a:endParaRPr lang="en-US" sz="13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300" dirty="0">
                <a:solidFill>
                  <a:srgbClr val="7EE7F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+ 0.10 × recency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29200" y="34747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A5B4FC"/>
                </a:solidFill>
              </a:rPr>
              <a:t>✓  All signals normalized to [0,1]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A5B4FC"/>
                </a:solidFill>
              </a:rPr>
              <a:t>✓  Fallback to trending events for new users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A5B4FC"/>
                </a:solidFill>
              </a:rPr>
              <a:t>✓  Sub-scores returned for transparency</a:t>
            </a:r>
            <a:endParaRPr lang="en-US" sz="10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000" dirty="0">
                <a:solidFill>
                  <a:srgbClr val="A5B4FC"/>
                </a:solidFill>
              </a:rPr>
              <a:t>✓  Shows 'match %' badge on each card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0F1222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Role-Based Access Control (RBAC)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6366F1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6366F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🧑  ATTENDEE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Browse &amp; search events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6576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Book tickets (QR)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2615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Cancel bookings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962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View my tickets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Get AI recommendations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Update profile &amp; interests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91840" y="105156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0891B2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10515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🎪  ORGANIZER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4290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All Attendee features +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42900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Create / Edit / Delete events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429000" y="2615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Scan QR tickets at door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2962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View attendee list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2900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Organizer dashboard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42900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Own-events analytics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55080" y="1051560"/>
            <a:ext cx="2560320" cy="31089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9050">
            <a:solidFill>
              <a:srgbClr val="E11D48"/>
            </a:solidFill>
            <a:prstDash val="solid"/>
          </a:ln>
          <a:effectLst>
            <a:outerShdw blurRad="1016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55080" y="1051560"/>
            <a:ext cx="2560320" cy="731520"/>
          </a:xfrm>
          <a:prstGeom prst="roundRect">
            <a:avLst>
              <a:gd name="adj" fmla="val 12500"/>
            </a:avLst>
          </a:prstGeom>
          <a:solidFill>
            <a:srgbClr val="E11D48"/>
          </a:solidFill>
          <a:ln/>
        </p:spPr>
      </p:sp>
      <p:sp>
        <p:nvSpPr>
          <p:cNvPr id="24" name="Text 22"/>
          <p:cNvSpPr/>
          <p:nvPr/>
        </p:nvSpPr>
        <p:spPr>
          <a:xfrm>
            <a:off x="6446520" y="1188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</a:rPr>
              <a:t>👑  ADMIN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49224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All Organizer features +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92240" y="226771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Manage all users (roles)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92240" y="261518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Activate / deactivate users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92240" y="296265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Delete any event or user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92240" y="331012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Platform-wide dashboard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492240" y="3657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</a:rPr>
              <a:t>• AI engagement scores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4F46E5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28600"/>
            <a:ext cx="8595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Pages &amp;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14300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38328" y="123444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🏠  Home Page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38328" y="15727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Trending events, feature highlights, hero section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0" y="114300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310128" y="123444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🔍  Event Listing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10128" y="15727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Search, filter by category, price, upcoming-only, pagination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172200" y="114300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281928" y="123444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📋  Event Details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81928" y="157276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Full info, booking panel, organizer card, tags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28600" y="242316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38328" y="251460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🎫  My Tickets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QR codes per seat, status badge, event details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0" y="242316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10128" y="251460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📦  My Bookings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10128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Full history, reference codes, cancel booking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172200" y="242316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281928" y="251460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📷  QR Scanner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81928" y="28529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Camera scan, instant verdict, pause/resume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28600" y="370332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8328" y="379476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📊  Organizer Dashboard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38328" y="41330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Stat cards, 4 charts, events table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370332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310128" y="379476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🔐  Admin Dashboard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10128" y="41330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Platform-wide analytics, user management table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72200" y="3703320"/>
            <a:ext cx="283464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2700000" algn="bl" rotWithShape="0">
              <a:srgbClr val="000000">
                <a:alpha val="7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281928" y="3794760"/>
            <a:ext cx="2606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✨  Recommendations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81928" y="413308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AI picks with match %, trending fallback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05966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1430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1325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F46E5"/>
                </a:solidFill>
              </a:rPr>
              <a:t>4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2743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Total Events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331720" y="11430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331720" y="1325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891B2"/>
                </a:solidFill>
              </a:rPr>
              <a:t>28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23317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Bookings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1430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89120" y="1325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059669"/>
                </a:solidFill>
              </a:rPr>
              <a:t>3.2K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43891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Revenue (PKR)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1143000"/>
            <a:ext cx="18288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blurRad="101600" dist="38100" dir="27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32588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F97316"/>
                </a:solidFill>
              </a:rPr>
              <a:t>91</a:t>
            </a:r>
            <a:endParaRPr lang="en-US" sz="5200" dirty="0"/>
          </a:p>
        </p:txBody>
      </p:sp>
      <p:sp>
        <p:nvSpPr>
          <p:cNvPr id="15" name="Text 13"/>
          <p:cNvSpPr/>
          <p:nvPr/>
        </p:nvSpPr>
        <p:spPr>
          <a:xfrm>
            <a:off x="644652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374151"/>
                </a:solidFill>
              </a:rPr>
              <a:t>Check-ins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📈  14-day Booking &amp; Revenue Trend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Line chart — bookings and revenue over the last two weeks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274320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46320" y="28163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🍩  Bookings by Category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15468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Donut chart — which categories drive the most bookings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37490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📊  Most Popular Events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11480" y="4160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Bar chart — events ranked by seats booked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09160" y="3749040"/>
            <a:ext cx="4114800" cy="868680"/>
          </a:xfrm>
          <a:prstGeom prst="roundRect">
            <a:avLst>
              <a:gd name="adj" fmla="val 8421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82219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🤖  AI Engagement Scores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46320" y="416052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</a:rPr>
              <a:t>0–100 score per user based on booking frequency and spend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Repository Structure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5B4FC"/>
                </a:solidFill>
              </a:rPr>
              <a:t>GitHub-ready from day one · Clean MVC separation · Full docs included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123444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smart-event-platform/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156362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 backend/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156362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Express REST API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274320" y="189280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   models/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754880" y="189280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6 Mongoose schemas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22199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   controllers/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754880" y="222199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Business logic (8 files)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274320" y="255117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   routes/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754880" y="2551176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HTTP routing (8 files)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74320" y="288036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   middleware/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754880" y="288036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auth · role · validate · rate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74320" y="320954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   utils/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754880" y="320954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QR · JWT · AI engine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74320" y="3538728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 frontend/src/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3538728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React SPA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274320" y="3867912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   components/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4754880" y="3867912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layout · events · tickets · dashboard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274320" y="4197096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   pages/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54880" y="4197096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10 route-level pages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74320" y="4526280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📄     context/AuthContext.jsx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754880" y="4526280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Global auth state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855464"/>
            <a:ext cx="43891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5B4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  docs/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4855464"/>
            <a:ext cx="4114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SRS · UML · API · Design · Tests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oundRect">
            <a:avLst/>
          </a:prstGeom>
          <a:solidFill>
            <a:srgbClr val="7C3AE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 Strategy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</a:rPr>
              <a:t>59 Manual Test Cases across 8 modules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46304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794760" y="1609344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7" name="Text 5"/>
          <p:cNvSpPr/>
          <p:nvPr/>
        </p:nvSpPr>
        <p:spPr>
          <a:xfrm>
            <a:off x="3794760" y="1609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" y="1536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Authentication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84048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Register · Login · Invalid JWT · Deactivated account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846320" y="1463040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366760" y="1609344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1609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56048" y="153619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Event Management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956048" y="18288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Create · Edit · Delete · Search · Filter · Pagination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4320" y="2350008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94760" y="2496312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7" name="Text 15"/>
          <p:cNvSpPr/>
          <p:nvPr/>
        </p:nvSpPr>
        <p:spPr>
          <a:xfrm>
            <a:off x="379476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10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Booking &amp; Tickets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4048" y="2715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Book · Multi-seat · Sold-out · Cancel · View QR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846320" y="2350008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366760" y="2496312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2" name="Text 20"/>
          <p:cNvSpPr/>
          <p:nvPr/>
        </p:nvSpPr>
        <p:spPr>
          <a:xfrm>
            <a:off x="8366760" y="24963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7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56048" y="242316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QR Verification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956048" y="2715768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Valid scan · Re-scan · Cancelled · Tampered code · Wrong organizer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3236976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794760" y="3383280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8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384048" y="3310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Dashboards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84048" y="36027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Overview totals · Trend charts · Category chart · User actions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846320" y="3236976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366760" y="3383280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2" name="Text 30"/>
          <p:cNvSpPr/>
          <p:nvPr/>
        </p:nvSpPr>
        <p:spPr>
          <a:xfrm>
            <a:off x="8366760" y="33832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56048" y="331012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Recommendations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956048" y="3602736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New user fallback · Interest match · Exclusion of booked events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4123944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94760" y="4270248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37" name="Text 35"/>
          <p:cNvSpPr/>
          <p:nvPr/>
        </p:nvSpPr>
        <p:spPr>
          <a:xfrm>
            <a:off x="3794760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84048" y="41970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Security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384048" y="44897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NoSQL injection · Rate limit · Missing auth · Wrong role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4846320" y="4123944"/>
            <a:ext cx="4160520" cy="749808"/>
          </a:xfrm>
          <a:prstGeom prst="roundRect">
            <a:avLst>
              <a:gd name="adj" fmla="val 9756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366760" y="4270248"/>
            <a:ext cx="475488" cy="475488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42" name="Text 40"/>
          <p:cNvSpPr/>
          <p:nvPr/>
        </p:nvSpPr>
        <p:spPr>
          <a:xfrm>
            <a:off x="8366760" y="4270248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956048" y="419709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1222"/>
                </a:solidFill>
              </a:rPr>
              <a:t>UI / Responsive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956048" y="44897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</a:rPr>
              <a:t>Mobile nav · Grid reflow · Camera permission denied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2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4F46E5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F97316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✅  What We Built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</a:rPr>
              <a:t>✦  Full-stack MERN application with 40+ backend files and 30+ React components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5361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</a:rPr>
              <a:t>✦  JWT + bcrypt + HMAC security — 6 enforced protection layers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2066544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</a:rPr>
              <a:t>✦  QR ticket generation and live camera scanning with fraud prevention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596896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</a:rPr>
              <a:t>✦  AI recommendation engine (4-signal weighted scoring, no paid API)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</a:rPr>
              <a:t>✦  MongoDB aggregation-based analytics with 4 chart types per dashboard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0E7FF"/>
                </a:solidFill>
              </a:rPr>
              <a:t>✦  Complete documentation: SRS · Design Doc · UML · API Docs · Test Cases · User Manual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4114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5B4FC"/>
                </a:solidFill>
              </a:rPr>
              <a:t>Future Work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Payment gateway (Stripe) · Email notifications · ML-based recommendations · Native mobile app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730A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5486400" cy="5486400"/>
          </a:xfrm>
          <a:prstGeom prst="ellipse">
            <a:avLst/>
          </a:prstGeom>
          <a:solidFill>
            <a:srgbClr val="4F46E5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2286000"/>
            <a:ext cx="4114800" cy="4114800"/>
          </a:xfrm>
          <a:prstGeom prst="ellipse">
            <a:avLst/>
          </a:prstGeom>
          <a:solidFill>
            <a:srgbClr val="F97316">
              <a:alpha val="2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840480" y="45720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000000"/>
                </a:solidFill>
              </a:rPr>
              <a:t>🎫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2402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A5B4FC"/>
                </a:solidFill>
              </a:rPr>
              <a:t>Questions &amp; Demo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743200" y="2834640"/>
            <a:ext cx="3657600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017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D2FE"/>
                </a:solidFill>
              </a:rPr>
              <a:t>🌐  http://localhost:5173  (live demo)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18CF8"/>
                </a:solidFill>
              </a:rPr>
              <a:t>📦  GitHub</a:t>
            </a:r>
            <a:r>
              <a:rPr lang="en-US" sz="1200">
                <a:solidFill>
                  <a:srgbClr val="818CF8"/>
                </a:solidFill>
              </a:rPr>
              <a:t>: </a:t>
            </a:r>
            <a:r>
              <a:rPr lang="en-US" sz="1200" smtClean="0">
                <a:solidFill>
                  <a:srgbClr val="818CF8"/>
                </a:solidFill>
              </a:rPr>
              <a:t>github.com/ikraash1/smart-event-platform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280"/>
                </a:solidFill>
              </a:rPr>
              <a:t>Demo accounts: admin@example.com · organizer@example.com · attendee@example.com  |  password: password123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1762</Words>
  <Application>Microsoft Office PowerPoint</Application>
  <PresentationFormat>On-screen Show (16:9)</PresentationFormat>
  <Paragraphs>293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EventSphere — Smart Event Management Platform</dc:title>
  <dc:subject>PptxGenJS Presentation</dc:subject>
  <dc:creator>EventSphere Team</dc:creator>
  <cp:lastModifiedBy>Serena Bass</cp:lastModifiedBy>
  <cp:revision>2</cp:revision>
  <dcterms:created xsi:type="dcterms:W3CDTF">2026-07-02T19:06:42Z</dcterms:created>
  <dcterms:modified xsi:type="dcterms:W3CDTF">2026-07-02T20:23:45Z</dcterms:modified>
</cp:coreProperties>
</file>